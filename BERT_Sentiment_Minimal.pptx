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Sentiment Analyzer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487168"/>
            <a:ext cx="10972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334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movie reviews as Positive or Negative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fine-tuned DistilBERT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 ·  IMDB  ·  Streamlit  ·  HuggingFace 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Solve?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188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through thousands of movie reviews by hand is slow and expensive.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54864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286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67004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word matching can't understand sarcasm, context, or tone.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474720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37673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AI model that reads any review and instantly labels it Positive or Negative — with a confidence score.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Dataset: IMDB Movie Reviews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645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/ 25K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325880"/>
            <a:ext cx="1645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1645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(held out)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325880"/>
            <a:ext cx="1645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325880"/>
            <a:ext cx="0" cy="128016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325880"/>
            <a:ext cx="0" cy="128016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325880"/>
            <a:ext cx="0" cy="128016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8892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perfectly balanced — equal positive and negative examples — which helps the model learn fairly.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29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HuggingFace Datasets  (load_dataset("imdb"))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DistilBERT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DistilBERT?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smaller, faster version of Google's BERT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Already understands English — pre-trained on massive 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fine-tuned it to recognise movie review sentiment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66M parameters — light enough to run on a laptop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143000"/>
            <a:ext cx="0" cy="32918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188720"/>
            <a:ext cx="2743200" cy="43891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261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883664"/>
            <a:ext cx="2743200" cy="43891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9568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340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578608"/>
            <a:ext cx="2743200" cy="43891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651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273552"/>
            <a:ext cx="2743200" cy="43891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3467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968496"/>
            <a:ext cx="2743200" cy="438912"/>
          </a:xfrm>
          <a:prstGeom prst="rect">
            <a:avLst/>
          </a:prstGeom>
          <a:solidFill>
            <a:srgbClr val="E94560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041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188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Text Length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5054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871216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638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3163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188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47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5054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(MPS)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871216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638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163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minutes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40233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1143000"/>
            <a:ext cx="0" cy="27432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 = one full pass through all 20,000 training reviews.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Test 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64592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325880"/>
            <a:ext cx="164592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63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164592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63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325880"/>
            <a:ext cx="164592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63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classifies 9 out of every 10 reviews on data it has never seen before.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3 epochs · tested on 25,000 held-out IMDB reviews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IMDB, tokenizes text, trains DistilBERT, saves model weights and metrics.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app/app.py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takes text input, runs inference, shows result + confidence.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37744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weights and tokenizer files after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97180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 scripts.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5584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deploy_hf.py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56616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the app to HuggingFace Spaces for live hosting.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0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16052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 libraries needed to run the project.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54456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114300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text — get Positive / Negative + confidence score instantly.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75104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47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8470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multiple reviews at once and analyze all of them together.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33472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054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50545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highlights for positive reviews, red for negative — at a glance.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91840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638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download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16382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results as a spreadsheet file.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50208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22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3822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no HTML or JavaScript needed.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97480" y="1143000"/>
            <a:ext cx="0" cy="32918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that runs the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DistilBERT model and tokenizer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loading of the IMDB 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interactive web UI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8152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200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accuracy, F1, precision, recall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03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training loss and accuracy graphs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08736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4206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live hosting for the app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1143000"/>
            <a:ext cx="0" cy="356616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HuggingFace Spaces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188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train.py — model saved in the model/ folder.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HuggingFace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deploy_hf.py uploads model + Streamlit app automatically.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79806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runs it — no server setup needed.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027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anyone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6027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link can use the app instantly.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1143000"/>
            <a:ext cx="0" cy="324612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143000"/>
            <a:ext cx="0" cy="324612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29768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huggingface.co/spaces/Adit-11/bert-sentiment-analyzer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62456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 on 50,000 IMDB reviews in ~110 minutes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75688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4767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91%+ accuracy, F1, precision, and recall on unseen test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88920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6090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 with single &amp; batch analysis — downloadable as CSV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19272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02152"/>
            <a:ext cx="54864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7413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free on HuggingFace Spaces using Streamlit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976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github.com/aadity-dev/cinematic-sentiment-bert   ·   huggingface.co/spaces/Adit-11/bert-sentiment-analyzer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This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IMDB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1887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 real reviews for any movie using BeautifulSoup or Scrapy — no manual input.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+ve / −ve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9339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 every review green or red directly on the page — mood visible at a glance.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980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Aspect-level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79806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what people liked: Acting, Cinematography, Story, Comedy, Music — scored separately.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813816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027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Report Card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0273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card per movie: overall score + per-aspect breakdown + top reviewer quotes.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0" cy="324612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9768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— BERT already works. Next step: add a scraper + aspect keywords + React or Streamlit frontend.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 Sentiment Analyzer</dc:title>
  <dc:subject>PptxGenJS Presentation</dc:subject>
  <dc:creator>PptxGenJS</dc:creator>
  <cp:lastModifiedBy>PptxGenJS</cp:lastModifiedBy>
  <cp:revision>1</cp:revision>
  <dcterms:created xsi:type="dcterms:W3CDTF">2026-05-11T05:20:09Z</dcterms:created>
  <dcterms:modified xsi:type="dcterms:W3CDTF">2026-05-11T05:20:09Z</dcterms:modified>
</cp:coreProperties>
</file>